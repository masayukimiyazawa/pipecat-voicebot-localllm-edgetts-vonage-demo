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DETAILED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5156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Pipecat 音声ボット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78308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詳細アーキテクチャ解説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743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LM Studio（ローカルLLM/STT） × Edge TTS × Vonage × Pipecat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完全ローカル推論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 + mlx-whisper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APIコストゼロ・低遅延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8056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自然な日本語音声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 TTS NanamiNeural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PyAVデコード＋リサンプル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63840" y="3566160"/>
            <a:ext cx="3291840" cy="1371600"/>
          </a:xfrm>
          <a:prstGeom prst="roundRect">
            <a:avLst/>
          </a:prstGeom>
          <a:solidFill>
            <a:srgbClr val="233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92440" y="3703320"/>
            <a:ext cx="28346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電話 / ブラウザ対応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2440" y="4114800"/>
            <a:ext cx="2834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Voice API + Video API</a:t>
            </a:r>
            <a:br/>
            <a:r>
              <a:rPr sz="1100" b="0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Audio Connector / WebSocket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2578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対象コード: server.py / bot.py / tts_edge.py / static/index.html / start.sh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562356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出力先: ./doc ／ 2026-09-11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5394960"/>
            <a:ext cx="2926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▶ STT → LLM → TTS</a:t>
            </a:r>
            <a:br/>
            <a:r>
              <a:rPr sz="13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   パイプライン徹底解説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アジェンダ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本資料の構成 — 全16ページ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02  システム概要：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目的・2つの利用モード・全体像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03  全体アーキテクチャ図：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Cloudflare / Vonage / FastAPI / Pipecat / LM Studio の関係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04  技術スタック：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Python 3.11+・Pipecat 1.4・FastAPI・Vonage SDK・edge-tts・PyAV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05  リポジトリ構成：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主要ファイルの役割分担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06  server.py: API設計：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6エンドポイント・Audio Connector管理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07  bot.py: パイプライン：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STT→VAD→LLM→TTS の7段構成とパラメータ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08  tts_edge.py: 音声合成：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MP3→PCM→リサンプルの変換フロー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09  音声データフロー：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16kHz / 24kHz・チャンク・シリアライザ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1325880"/>
            <a:ext cx="530352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10  シーケンス: ビデオデモ：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ブラウザ→Video Session→/ws の6ステップ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11  シーケンス: 電話モード：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Voice API→NCCO→WebSocketブリッジ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12  起動・運用：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start.sh・トンネル・LM Studio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13  工夫点・ハマりどころ：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Monkey-patch・keepalive・Connectorリーク対策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14  セキュリティと改善案：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鍵管理・ robustness・拡張アイデア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15  まとめ： </a:t>
            </a:r>
            <a:r>
              <a:rPr sz="12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要点3つと次のアクション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システム概要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ローカルLLMで動く日本語音声対話ボット — 電話とブラウザの2経路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目的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LM Studio上のローカルLLMと会話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日本語STT/TTSで自然な対話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外部LLM API不要・プライバシー確保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ビデオデモモード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ブラウザ → Vonage Video Session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Audio Connector → /ws → Bot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マイク publish / 音声 subscribe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103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電話モード (Voice API)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5544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電話 → Answer Webhook /voice/webhook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NCCOで /ws に WebSocket接続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audio/l16;rate=16000 双方向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7033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共通コア: FastAPI(:8005) + Pipecat Pipeline（STT → LLM → TTS）＋ 10秒後の自動挨拶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206240"/>
            <a:ext cx="5486400" cy="2011680"/>
          </a:xfrm>
          <a:prstGeom prst="round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427939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入力 → 出力の流れ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4663440"/>
            <a:ext cx="52120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ユーザ発話 → Silero VADで区間検出 → Whisper STT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LLM (LM Studio) が日本語2〜3文で応答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Edge TTS (NanamiNeural) が音声化して返送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4206240"/>
            <a:ext cx="5394960" cy="2011680"/>
          </a:xfrm>
          <a:prstGeom prst="roundRect">
            <a:avLst/>
          </a:prstGeom>
          <a:solidFill>
            <a:srgbClr val="FD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427939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公開方法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5080" y="46634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Cloudflare Tunnel で localhost:8005 を公開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トンネルURLをブラウザ・Vonageに設定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起動は bash start.sh のワンコマンド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全体アーキテクチャ図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4層構造: クライアント層 → Vonage Cloud → サーバ層 → AI推論層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371600"/>
            <a:ext cx="2286000" cy="4846320"/>
          </a:xfrm>
          <a:prstGeom prst="roundRect">
            <a:avLst/>
          </a:prstGeom>
          <a:solidFill>
            <a:srgbClr val="E6F0FD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63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クライアント層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196596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2011679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ブラウザ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index.html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OT.js SDK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292608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電話機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PSTN / SIP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371600"/>
            <a:ext cx="2468880" cy="4846320"/>
          </a:xfrm>
          <a:prstGeom prst="roundRect">
            <a:avLst/>
          </a:prstGeom>
          <a:solidFill>
            <a:srgbClr val="FDEFE2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017520" y="146304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Vonage Cloud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063240" y="196596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108960" y="2011679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Video API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Session管理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63240" y="292608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297180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Audio Connector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双方向WS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63240" y="3886200"/>
            <a:ext cx="219456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08960" y="3931920"/>
            <a:ext cx="21031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Voice API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NCCO応答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0" y="1371600"/>
            <a:ext cx="3017520" cy="48463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760720" y="1463040"/>
            <a:ext cx="28346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サーバ層 :8005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806440" y="1965960"/>
            <a:ext cx="2743200" cy="54864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852160" y="201167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Cloudflared Tunnel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806440" y="2606039"/>
            <a:ext cx="2743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852160" y="265175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FastAPI server.py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/ws・/demo/connect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806440" y="3566159"/>
            <a:ext cx="274320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852160" y="3611879"/>
            <a:ext cx="2651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 bot.py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STT→LLM→TTS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961120" y="1371600"/>
            <a:ext cx="2286000" cy="4846320"/>
          </a:xfrm>
          <a:prstGeom prst="roundRect">
            <a:avLst/>
          </a:prstGeom>
          <a:solidFill>
            <a:srgbClr val="E0F5F1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52560" y="1463040"/>
            <a:ext cx="2103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AI推論層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196596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144000" y="2011679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LM Studio :1234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LLM (gemma等)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9098280" y="292608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44000" y="297180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mlx-whisper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 日本語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098280" y="3886200"/>
            <a:ext cx="2011680" cy="86868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0" y="3931920"/>
            <a:ext cx="19202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Edge TTS Cloud</a:t>
            </a:r>
            <a:br/>
            <a:r>
              <a:rPr sz="9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NanamiNeural</a:t>
            </a:r>
          </a:p>
        </p:txBody>
      </p:sp>
      <p:sp>
        <p:nvSpPr>
          <p:cNvPr id="38" name="Right Arrow 37"/>
          <p:cNvSpPr/>
          <p:nvPr/>
        </p:nvSpPr>
        <p:spPr>
          <a:xfrm>
            <a:off x="269748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ight Arrow 38"/>
          <p:cNvSpPr/>
          <p:nvPr/>
        </p:nvSpPr>
        <p:spPr>
          <a:xfrm>
            <a:off x="544068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ight Arrow 39"/>
          <p:cNvSpPr/>
          <p:nvPr/>
        </p:nvSpPr>
        <p:spPr>
          <a:xfrm>
            <a:off x="8732520" y="3657600"/>
            <a:ext cx="201168" cy="27432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技術スタック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pyproject.toml の依存関係と各技術の役割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457200" y="1371600"/>
            <a:ext cx="3520440" cy="50292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Pipecat-AI 1.4+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Pipeline・Transport・STT/LLM/TTS基盤。kokoro, mlx-whisper, openai, silero, websocket 拡張を使用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251960" y="1371600"/>
            <a:ext cx="3520440" cy="50292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FastAPI + Uvicorn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HTTP/WebSocketサーバ。/ws・/demo/connect・/voice/webhook を提供。CORS全許可(デモ用)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046720" y="1371600"/>
            <a:ext cx="3520440" cy="50292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Vonage SDK / Video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05740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vonage・vonage-video。Session作成・JWT発行・Audio Connector起動/停止を担当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457200" y="3840480"/>
            <a:ext cx="3520440" cy="50292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 (OpenAI互換)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ローカルLLM。OpenAILLMServiceから base_url=:1234/v1 に接続。api_keyはダミー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251960" y="3840480"/>
            <a:ext cx="3520440" cy="50292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mlx-whisper STT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43484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WhisperSTTServiceMLX。LARGE_V3_TURBO_Q4・ja・no_speech_prob=0.3 で高速日本語認識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840480"/>
            <a:ext cx="3520440" cy="214884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046720" y="3840480"/>
            <a:ext cx="3520440" cy="50292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391363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 TTS + PyAV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0" y="4526280"/>
            <a:ext cx="32004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edge-ttsでMP3取得→PyAVデコード→numpyモノラル化→リサンプル。NanamiNeural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635508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動作条件: Python 3.11+ ／ uv ／ macOS(MLX)推奨 ／ cloudflared ／ LM StudioでLLM+Whisperをロード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リポジトリ構成と主要ファイル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責務分離: 接続管理(server.py) × 対話制御(bot.py) × 音声合成(tts_edge.py)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server.py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約313行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FastAPI本体。WS受付・Vonage連携・NCCO応答・keepalive・cleanup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5196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bot.py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約162行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3484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Pipecat定義。STT/LLM/TTS・VAD・Monkey-patch・10秒挨拶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37160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50876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tts_edge.py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192024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約118行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28600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EdgeTTSService。Buffering集約・MP3→PCM変換・リサンプル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static/index.html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3" name="TextBox 22"/>
          <p:cNvSpPr txBox="1"/>
          <p:nvPr/>
        </p:nvSpPr>
        <p:spPr>
          <a:xfrm>
            <a:off x="64008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OT.jsフロント。connect/publish/subscribe・ログ表示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25196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start.sh / setup.sh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3484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27" name="TextBox 26"/>
          <p:cNvSpPr txBox="1"/>
          <p:nvPr/>
        </p:nvSpPr>
        <p:spPr>
          <a:xfrm>
            <a:off x="443484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起動自動化。トンネルURL抽出・:8005再起動・health待機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46720" y="3794760"/>
            <a:ext cx="3520440" cy="2103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0" y="3931920"/>
            <a:ext cx="3154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.env / private.key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229600" y="4343400"/>
            <a:ext cx="3154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</a:p>
        </p:txBody>
      </p:sp>
      <p:sp>
        <p:nvSpPr>
          <p:cNvPr id="31" name="TextBox 30"/>
          <p:cNvSpPr txBox="1"/>
          <p:nvPr/>
        </p:nvSpPr>
        <p:spPr>
          <a:xfrm>
            <a:off x="8229600" y="4709160"/>
            <a:ext cx="3154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認証情報。APP_ID・秘密鍵・LM_MODEL・AUDIO_RATE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server.py — APIエンドポイント設計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FastAPI(:8005)。接続ごとに新規Transportを生成し状態漏れを防止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325880"/>
            <a:ext cx="566928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GET / ・ /health・/static：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フロント配信と死活監視。/ は index.html を返却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WS /ws：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Bot本体。VonageSerializer+Transport生成→bot()起動→keepalive(10s)→cleanup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POST /demo/connect：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ワンクリックデモ。Session作成→Connector起動→token返却。WS_URI自動判定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POST /connect：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従来方式。WS_URI必須。Session作成＋Connector起動のみ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GET/POST /voice/webhook：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電話用。NCCO返却: {connect→websocket /ws, audio/l16;rate=16000}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内部管理 _active_connectors：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辞書でConnector追跡。新規接続時に旧Connectorを全停止(リーク対策)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92240" y="1371600"/>
            <a:ext cx="5212080" cy="23774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44475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WebSocket確立時の処理 (server.py 260〜309行)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1828800"/>
            <a:ext cx="49377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VonageFrameSerializer(vonage_sample_rate)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FastAPIWebsocketTransport(audio入出力ON, 10ms×2)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WebSocketRunnerArgumentsで bot(runner_args, transport) 呼出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0" y="3931920"/>
            <a:ext cx="5212080" cy="2286000"/>
          </a:xfrm>
          <a:prstGeom prst="roundRect">
            <a:avLst/>
          </a:prstGeom>
          <a:solidFill>
            <a:srgbClr val="E6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29400" y="4005072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Vonage連携ヘルパー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29400" y="4389120"/>
            <a:ext cx="493776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_create_vonage_client: video.api.vonage.com, timeout30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_create_session_async: run_in_executorで同期SDKを非同期化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_generate_client_token: role=publisher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bot.py — Pipecat パイプライン詳細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7段パイプライン。VADで区切り、LLM応答をTTSへ転送する独自パッチが核心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41732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Input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Transport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810512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993392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39112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STT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Whisper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438144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21024" y="1417320"/>
            <a:ext cx="1417320" cy="86868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66744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UserAgg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+VAD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065776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248656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294376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LLM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LM Studio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693408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876288" y="1417320"/>
            <a:ext cx="1417320" cy="868680"/>
          </a:xfrm>
          <a:prstGeom prst="roundRect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922008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AsstAgg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21040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503920" y="1417320"/>
            <a:ext cx="141732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549640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9948672" y="1737360"/>
            <a:ext cx="164592" cy="201168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10131552" y="1417320"/>
            <a:ext cx="141732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77272" y="1463040"/>
            <a:ext cx="13258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Output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Transport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237744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transport.input() → stt → user_aggregator → llm → assistant_aggregator → tts → transport.output()  ／  PipelineWorker(audio_in=可変, audio_out=16000, metrics有効)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0292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STT + VAD 設定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Whisper LARGE_V3_TURBO_Q4・ja・no_speech 0.3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Silero VAD: conf 0.7 / start 0.3s / stop 0.8s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idle 2.0s・turn_stop 5.0s で応答タイミング調整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20624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34340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LLM 設定 (LM Studio)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34340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base_url :1234/v1・api_keyダミー・model可変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system prompt: 日本語・会話調・記号/MD禁止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2〜3文・やや詳しめに制限しTTS負荷を抑制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834640"/>
            <a:ext cx="3657600" cy="18288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907792"/>
            <a:ext cx="3383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挨拶ロジック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183880" y="32918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接続10秒後に _send_delayed_greeting()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TextFrame＋LLMFullResponseEndFrameをTTSへ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「声は聞こえていますか?」で疎通確認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4846320"/>
            <a:ext cx="11430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02020"/>
                </a:solidFill>
                <a:latin typeface="Yu Gothic"/>
                <a:ea typeface="Yu Gothic"/>
                <a:cs typeface="Yu Gothic"/>
              </a:rPr>
              <a:t>★ Monkey-patch: Pipecat1.4のLLMAssistantAggregatorはテキストを下流に流さないため、_handle_text / _handle_llm_end をラップしてTTSへpush_frame(DOWNSTREAM)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2120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on_client_connected: 待機ログ ／ on_client_disconnected: worker.cancel() でセッション終了 ／ WorkerRunner(handle_sigint)で実行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tts_edge.py — Edge TTSカスタムサービス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TTSServiceを継承。バッファ集約＋MP3→PCM変換＋リサンプルでPipecatに適合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テキスト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集約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19933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194560" y="1417320"/>
            <a:ext cx="1600200" cy="868680"/>
          </a:xfrm>
          <a:prstGeom prst="roundRect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240279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edge-tts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MP3取得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3822191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023360" y="1417320"/>
            <a:ext cx="160020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0690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PyAV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デコード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6509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58521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numpy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モノラル化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4797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680960" y="1417320"/>
            <a:ext cx="1600200" cy="868680"/>
          </a:xfrm>
          <a:prstGeom prst="roundRect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リサンプル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24k→16k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9308592" y="1737360"/>
            <a:ext cx="164592" cy="201168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509760" y="1417320"/>
            <a:ext cx="1600200" cy="868680"/>
          </a:xfrm>
          <a:prstGeom prst="round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555480" y="1463040"/>
            <a:ext cx="1508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TTSFrame</a:t>
            </a:r>
            <a:br/>
            <a:r>
              <a:rPr sz="1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送出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2514600"/>
            <a:ext cx="566928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02920" y="258775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BufferingTextAggregator (21〜43行)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2971800"/>
            <a:ext cx="539496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LLMの断片テキストを _buffer に蓄積、flush時に一文として確定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SENTENCE型Aggregationで自然な区切りをTTSへ渡す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handle_interruptionで割込み時にバッファ破棄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63640" y="2514600"/>
            <a:ext cx="5486400" cy="19659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587752"/>
            <a:ext cx="5212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run_tts (71〜118行)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971800"/>
            <a:ext cx="5212080" cy="1417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Communicate(text, ja-JP-NanamiNeural).stream()でMP3収集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av.open(BytesIO)→decode→concatenate→meanでモノラル化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int16 PCM化→_resampler.resample→TTSAudioRawFrame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461772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設定: TTSSettings(model=edge-tts, voice=NanamiNeural, lang=ja)・push_start/stop=True・stop_timeout 30s・can_generate_metrics=True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502920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ポイント: Edge(24kHz)→Bot(16kHz)の変換が必須。失敗時はログのみでパイプラインを止めない設計。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音声データフローとサンプルレート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全区間16kHz統一。Edge TTSのみ24kHz→16kHz変換。10ms×2チャンクで低遅延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286000"/>
          </a:xfrm>
          <a:prstGeom prst="roundRect">
            <a:avLst/>
          </a:prstGeom>
          <a:solidFill>
            <a:srgbClr val="E6F0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入力パス (マイク→STT)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Vonage: audio/l16;rate=16000 PCM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VonageFrameSerializerでFrame化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Whisper MLXが日本語テキスト化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推論パス (テキスト)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VADで発話区間を確定してからLLMへ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LM Studioが2〜3文の日本語を生成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Assistant集約→パッチ経由でTTSへ転送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286000"/>
          </a:xfrm>
          <a:prstGeom prst="roundRect">
            <a:avLst/>
          </a:prstGeom>
          <a:solidFill>
            <a:srgbClr val="E0F5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出力パス (TTS→スピーカ)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Edge MP3(24kHz)→PCM 16bitモノラル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リサンプラで16000Hzへ変換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transport.output→Connector→相手へ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Transport設定: audio_in_enabled=True・audio_out_enabled=True・audio_out_10ms_chunks=2（20ms単位送出）・AUDIO_OUT=16000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29768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環境変数 VONAGE_AUDIO_RATE：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既定16000。bot()/server.py両方で参照し送受信を一致させる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なぜ16kHzか：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Whisper・VAD・電話網(G.711相当)との互換性が高く、CPU負荷と品質のバランスが良い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遅延要因：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VAD stop 0.8s＋turn_stop 5s＋LLM生成＋Edge TTS MP3取得が支配的。チャンク送出で体感遅延を緩和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シーケンス: ビデオデモモード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POST /demo/connect 一発で Session・Token・Connector を準備する6ステップ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1371600"/>
            <a:ext cx="502920" cy="502920"/>
          </a:xfrm>
          <a:prstGeom prst="ellipse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79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1. ブラウザ表示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79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トンネルURLを開き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index.html表示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190195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743200" y="1371600"/>
            <a:ext cx="502920" cy="502920"/>
          </a:xfrm>
          <a:prstGeom prst="ellipse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74320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24028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33172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2. 接続要求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3172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POST /demo/connect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OT.jsからfetch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3822191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4663440" y="1371600"/>
            <a:ext cx="502920" cy="50292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6344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6052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51959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3. Session作成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51959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vng.video.create_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session()</a:t>
            </a:r>
          </a:p>
        </p:txBody>
      </p:sp>
      <p:sp>
        <p:nvSpPr>
          <p:cNvPr id="25" name="Right Arrow 24"/>
          <p:cNvSpPr/>
          <p:nvPr/>
        </p:nvSpPr>
        <p:spPr>
          <a:xfrm>
            <a:off x="5742431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583680" y="1371600"/>
            <a:ext cx="502920" cy="50292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08076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722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4. Connector起動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start_audio_connector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→ wss://…/ws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766267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8503920" y="1371600"/>
            <a:ext cx="502920" cy="502920"/>
          </a:xfrm>
          <a:prstGeom prst="ellipse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0392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5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00100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9244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5. Session参加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9244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OT.initSession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connect(token)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9582912" y="2560320"/>
            <a:ext cx="292608" cy="228600"/>
          </a:xfrm>
          <a:prstGeom prst="rightArrow">
            <a:avLst/>
          </a:prstGeom>
          <a:solidFill>
            <a:srgbClr val="5A6C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0424160" y="1371600"/>
            <a:ext cx="502920" cy="502920"/>
          </a:xfrm>
          <a:prstGeom prst="ellipse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424160" y="1417320"/>
            <a:ext cx="502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6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921240" y="1965960"/>
            <a:ext cx="15544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01268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6. 音声往復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012680" y="2468880"/>
            <a:ext cx="1371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publish / subscribe</a:t>
            </a:r>
            <a:br/>
            <a:r>
              <a:rPr sz="10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STT→LLM→TTS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3657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音声経路: ブラウザ ⇄ Vonage Cloud ⇄ Audio Connector ⇄ /ws ⇄ Pipecat Bot  ／  10秒後にボットが挨拶し疎通確認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457200" y="4160520"/>
            <a:ext cx="557784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94360" y="423367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フロント実装 (index.html 62〜131行)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94360" y="4617720"/>
            <a:ext cx="53035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fetch('/demo/connect')→{application_id, session_id, token}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session.on('streamCreated')でaudioOnly subscribe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OT.initPublisher(videoSource:null)で音声のみpublish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263640" y="4160520"/>
            <a:ext cx="539496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00800" y="423367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サーバ実装 (server.py 225〜257行)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461772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WS_URI未設定時はHostからwss://host/wsを自動生成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旧Connectorを全停止してから新規起動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token(application_idと共に返却)をOT接続に使用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シーケンス: 電話モード (Voice API)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Answer WebhookがNCCOを返し、通話をWebSocketボットにブリッジ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1. 着信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Vonage番号に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電話をかける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51460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88036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01752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2. Webhook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52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GET /voice/webhook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Call情報をログ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75488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12064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5780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3. NCCO応答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5780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connect→websocket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/ws を指示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699516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8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4. WS接続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8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Vonage→/ws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双方向PCM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235440" y="2103120"/>
            <a:ext cx="320040" cy="256032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01200" y="1463040"/>
            <a:ext cx="1828800" cy="155448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738360" y="160020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5. 対話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057400"/>
            <a:ext cx="1554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Pipecat起動</a:t>
            </a:r>
            <a:br/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挨拶→応答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291840"/>
            <a:ext cx="5669280" cy="146304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" y="3364992"/>
            <a:ext cx="5394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NCCOの中身 (server.py 151〜162行)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749039"/>
            <a:ext cx="5394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[{"action":"connect","endpoint":[{"type":"websocket","uri":"wss://…/ws","content-type":"audio/l16;rate=16000"}]}]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355080" y="3291840"/>
            <a:ext cx="5349240" cy="1463040"/>
          </a:xfrm>
          <a:prstGeom prst="roundRect">
            <a:avLst/>
          </a:prstGeom>
          <a:solidFill>
            <a:srgbClr val="FDEFE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0" y="3364992"/>
            <a:ext cx="5074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設定手順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92240" y="3749039"/>
            <a:ext cx="5074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Vonage Dashboard→Voice→Answer URLに https://&lt;tunnel&gt;/voice/webhook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POST版 /voice/webhook も同一処理に委譲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schemeは localhost以外→wss、以内→ws で自動切替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48920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ポイント: 電話もブラウザも最終的に同じ /ws パイプラインに合流するため、Bot側の改修なしに2経路対応できる。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53492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hostヘッダからWS URIを組立てるため、トンネルURLが変わっても再デプロイ不要。content-type明示で双方向PCMを安定化。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起動・運用フロー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bash start.sh でトンネル＋サーバを一括起動。LM Studioの事前起動が前提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1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前提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LM StudioでLLM＋Whisperをロード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localhost:1234で待受・.env設定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496312" y="2194560"/>
            <a:ext cx="164592" cy="228600"/>
          </a:xfrm>
          <a:prstGeom prst="rightArrow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697479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3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2B7DE5"/>
                </a:solidFill>
                <a:latin typeface="Yu Gothic"/>
                <a:ea typeface="Yu Gothic"/>
                <a:cs typeface="Yu Gothic"/>
              </a:rPr>
              <a:t>トンネル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34639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cloudflared tunnel --url :8005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ログからtrycloudflare URL抽出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4828031" y="2194560"/>
            <a:ext cx="164592" cy="228600"/>
          </a:xfrm>
          <a:prstGeom prst="rightArrow">
            <a:avLst/>
          </a:prstGeom>
          <a:solidFill>
            <a:srgbClr val="2B7D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502920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E9B8B"/>
                </a:solidFill>
                <a:latin typeface="Yu Gothic"/>
                <a:ea typeface="Yu Gothic"/>
                <a:cs typeface="Yu Gothic"/>
              </a:rPr>
              <a:t>サーバ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6636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lsofで:8005解放→uv run server.py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/healthで30回ポーリング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59752" y="2194560"/>
            <a:ext cx="164592" cy="228600"/>
          </a:xfrm>
          <a:prstGeom prst="rightArrow">
            <a:avLst/>
          </a:prstGeom>
          <a:solidFill>
            <a:srgbClr val="0E9B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19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98079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接続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98079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Video: トンネルURLを開き接続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電話: Answer URLにwebhook設定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491472" y="2194560"/>
            <a:ext cx="164592" cy="228600"/>
          </a:xfrm>
          <a:prstGeom prst="rightArrow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9692640" y="1463040"/>
            <a:ext cx="2103120" cy="182880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5A6C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829800" y="16002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停止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29800" y="2057400"/>
            <a:ext cx="18288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pkill -f server.py</a:t>
            </a:r>
            <a:br/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pkill -f cloudflared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566160"/>
            <a:ext cx="11064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.env 主要変数：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LM_STUDIO_BASE_URL・LM_MODEL・STT_LANGUAGE=ja・VONAGE_APPLICATION_ID・VONAGE_PRIVATE_KEY・VONAGE_AUDIO_RATE=16000・WS_URI(任意)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初回起動の注意：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モデルプリロードに約60秒。server.log / tunnel.log でURLとエラーを確認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再現手順：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uv sync → cp .env.example .env → LM Studio起動 → bash start.sh → ブラウザでトンネルURLを開く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工夫点とハマりどころ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Pipecat 1.4の仕様差を吸収し、長時間デモを安定化させる4つの対策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557784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① LLM→TTS断絶の修復 (bot.py 34〜48行)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530352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Pipecat1.4の_handle_textはcontext吸収のみで下流送信しない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_handle_text/_handle_llm_endをラップしDOWNSTREAMへ転送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これが無いとTTSが飢餓状態になり無音になる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371600"/>
            <a:ext cx="5394960" cy="242316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B7D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444752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② 接続ごとにTransport再生成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1828800"/>
            <a:ext cx="5120640" cy="187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古いバッファ・状態の残骸を排除 (server.py 265〜282行)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serializer＋transportを/ws確立時に毎回new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finallyでtransport.cleanup()を確実に実行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3977639"/>
            <a:ext cx="557784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4050791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③ Connectorリーク対策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434840"/>
            <a:ext cx="530352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_active_connectors辞書で起動中を追跡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新規起動前に旧sessionを全停止(DELETE connect)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停止失敗はwarningに留めデモを継続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977639"/>
            <a:ext cx="5394960" cy="2331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4050791"/>
            <a:ext cx="5120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④ 切断・無音対策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0" y="4434840"/>
            <a:ext cx="5120640" cy="17830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10秒毎にkeepaliveテキスト送信でWS維持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VAD/conf0.7・stop0.8s・idle2sで誤検出抑制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TTS例外はログのみ・挨拶で疎通を早期確認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4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09728"/>
            <a:ext cx="731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43000" y="73152"/>
            <a:ext cx="8686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セキュリティ・運用課題と改善案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30352"/>
            <a:ext cx="8686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デモから本番へ進めるためのチェックリスト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0" y="3200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8A9BAD"/>
                </a:solidFill>
                <a:latin typeface="Yu Gothic"/>
                <a:ea typeface="Yu Gothic"/>
                <a:cs typeface="Yu Gothic"/>
              </a:rPr>
              <a:t>Pipecat VoiceBot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800" b="0">
                <a:solidFill>
                  <a:srgbClr val="5A6C7D"/>
                </a:solidFill>
                <a:latin typeface="Yu Gothic"/>
                <a:ea typeface="Yu Gothic"/>
                <a:cs typeface="Yu Gothic"/>
              </a:rPr>
              <a:t>pipecat-voicebot-localllm-edgetts-vonage-demo ／ bot.py・server.py・tts_edge.py を基に作成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B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現状のリスク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CORS allow_origins=[*] (デモ用)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private.keyがリポジトリ直下に存在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.envに秘密情報を平置き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5196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28C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運用の弱さ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Audio Connector停止がベストエフォート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多重接続・同時通話の想定なし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メトリクスは有効だが可視化なし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371600"/>
            <a:ext cx="3520440" cy="22860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E9B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83880" y="1444752"/>
            <a:ext cx="3246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改善案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83880" y="1828800"/>
            <a:ext cx="3246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JWT検証・Origin制限・鍵をVault管理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再接続・リトライ・同時接続キュー</a:t>
            </a:r>
          </a:p>
          <a:p>
            <a:pPr>
              <a:spcAft>
                <a:spcPts val="200"/>
              </a:spcAft>
            </a:pPr>
            <a:r>
              <a:rPr sz="105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• 応答遅延・STT/TTS失敗率ダッシュボード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384048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拡張アイデア: RAG連携・ function calling（予約・FAQ検索）・話者識別・会話履歴の永続化・多言語切替（STT_LANGUAGE/TTS voice連動）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343400"/>
            <a:ext cx="110642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直近のTODO：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CORS絞り込み・private.keyのgit除外確認・WS_URIの明示設定・ログローテーション</a:t>
            </a:r>
          </a:p>
          <a:p>
            <a:pPr>
              <a:spcBef>
                <a:spcPts val="200"/>
              </a:spcBef>
              <a:spcAft>
                <a:spcPts val="600"/>
              </a:spcAft>
            </a:pPr>
            <a:r>
              <a:rPr sz="1100" b="1">
                <a:solidFill>
                  <a:srgbClr val="1B2A4A"/>
                </a:solidFill>
                <a:latin typeface="Yu Gothic"/>
                <a:ea typeface="Yu Gothic"/>
                <a:cs typeface="Yu Gothic"/>
              </a:rPr>
              <a:t>▪ 中長期： </a:t>
            </a:r>
            <a:r>
              <a:rPr sz="1100" b="0">
                <a:solidFill>
                  <a:srgbClr val="1E1E1E"/>
                </a:solidFill>
                <a:latin typeface="Yu Gothic"/>
                <a:ea typeface="Yu Gothic"/>
                <a:cs typeface="Yu Gothic"/>
              </a:rPr>
              <a:t>Pipecatバージョン追従でMonkey-patch不要化・Edge以外のTTS切替抽象化・E2Eテスト追加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7432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15  まとめ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822960"/>
            <a:ext cx="108813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要点3つ</a:t>
            </a:r>
          </a:p>
        </p:txBody>
      </p:sp>
      <p:sp>
        <p:nvSpPr>
          <p:cNvPr id="4" name="Oval 3"/>
          <p:cNvSpPr/>
          <p:nvPr/>
        </p:nvSpPr>
        <p:spPr>
          <a:xfrm>
            <a:off x="640080" y="178308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0136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1783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1. 単一パイプラインで二刀流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219456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電話(Voice API)もブラウザ(Video API)も /ws に合流。server.pyが接続差を吸収し、bot.pyは純粋な対話に集中。</a:t>
            </a:r>
          </a:p>
        </p:txBody>
      </p:sp>
      <p:sp>
        <p:nvSpPr>
          <p:cNvPr id="8" name="Oval 7"/>
          <p:cNvSpPr/>
          <p:nvPr/>
        </p:nvSpPr>
        <p:spPr>
          <a:xfrm>
            <a:off x="640080" y="320040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18688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80160" y="32004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2. ローカル完結の日本語対話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80160" y="36118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Whisper-MLX(STT)→LM Studio(LLM)→Edge TTSの全段が日本語最適化。16kHz統一とVAD調整で実用的な応答速度。</a:t>
            </a:r>
          </a:p>
        </p:txBody>
      </p:sp>
      <p:sp>
        <p:nvSpPr>
          <p:cNvPr id="12" name="Oval 11"/>
          <p:cNvSpPr/>
          <p:nvPr/>
        </p:nvSpPr>
        <p:spPr>
          <a:xfrm>
            <a:off x="640080" y="4617720"/>
            <a:ext cx="457200" cy="457200"/>
          </a:xfrm>
          <a:prstGeom prst="ellipse">
            <a:avLst/>
          </a:prstGeom>
          <a:solidFill>
            <a:srgbClr val="F28C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636007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80160" y="4617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Yu Gothic"/>
                <a:ea typeface="Yu Gothic"/>
                <a:cs typeface="Yu Gothic"/>
              </a:rPr>
              <a:t>3. デモの安定化が作り込みの核心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80160" y="502920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>
                <a:solidFill>
                  <a:srgbClr val="C8D2DC"/>
                </a:solidFill>
                <a:latin typeface="Yu Gothic"/>
                <a:ea typeface="Yu Gothic"/>
                <a:cs typeface="Yu Gothic"/>
              </a:rPr>
              <a:t>Monkey-patch転送・Transport再生成・Connector掃除・keepaliveの4点が無音/漏洩/切断を防ぐ。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6126480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28C28"/>
                </a:solidFill>
                <a:latin typeface="Yu Gothic"/>
                <a:ea typeface="Yu Gothic"/>
                <a:cs typeface="Yu Gothic"/>
              </a:rPr>
              <a:t>次の一手: CORS/鍵管理の本番化 → 応答遅延の計測・可視化 → RAG / function calling で業務タスク対応へ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